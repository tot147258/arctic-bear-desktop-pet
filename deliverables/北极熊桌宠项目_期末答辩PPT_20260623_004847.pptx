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slideLayouts/_rels/slideLayout1.xml.rels><?xml version="1.0" encoding="UTF-8" standalone="yes"?><Relationships xmlns="http://schemas.openxmlformats.org/package/2006/relationships"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slide_0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slide_02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slide_03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slide_04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slide_05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slide_06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slide_07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slide_08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slide_09.pn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slide_10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slide_11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../media/slide_12.pn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../media/slide_13.pn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../media/slide_14.pn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../media/slide_15.pn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../media/slide_16.png"/><Relationship Id="rId2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../media/slide_17.png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../media/slide_18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1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1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rcticBear">
  <a:themeElements>
    <a:clrScheme name="Arctic">
      <a:dk1>
        <a:srgbClr val="1E526E"/>
      </a:dk1>
      <a:lt1>
        <a:srgbClr val="FFFFFF"/>
      </a:lt1>
      <a:dk2>
        <a:srgbClr val="123C52"/>
      </a:dk2>
      <a:lt2>
        <a:srgbClr val="EFFBFF"/>
      </a:lt2>
      <a:accent1>
        <a:srgbClr val="5CC6E1"/>
      </a:accent1>
      <a:accent2>
        <a:srgbClr val="FF84B8"/>
      </a:accent2>
      <a:accent3>
        <a:srgbClr val="81E1D8"/>
      </a:accent3>
      <a:accent4>
        <a:srgbClr val="FFCB60"/>
      </a:accent4>
      <a:accent5>
        <a:srgbClr val="B6AAFF"/>
      </a:accent5>
      <a:accent6>
        <a:srgbClr val="77D2B0"/>
      </a:accent6>
      <a:hlink>
        <a:srgbClr val="5CC6E1"/>
      </a:hlink>
      <a:folHlink>
        <a:srgbClr val="FF84B8"/>
      </a:folHlink>
    </a:clrScheme>
    <a:fontScheme name="ArcticFonts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ArcticFm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Codex PPT Renderer</Application>
  <PresentationFormat>On-screen Show (16:9)</PresentationFormat>
  <Slides>18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北极熊桌宠项目期末答辩PPT</dc:title>
  <dc:creator>Codex</dc:creator>
  <cp:lastModifiedBy>Codex</cp:lastModifiedBy>
  <dcterms:created xsi:type="dcterms:W3CDTF">2026-06-22T16:50:08Z</dcterms:created>
  <dcterms:modified xsi:type="dcterms:W3CDTF">2026-06-22T16:50:08Z</dcterms:modified>
</cp:coreProperties>
</file>